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Balancing and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Proxying with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 and Docker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Timur Daminov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Distribution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incoming requests across multiple backend servers using round-robin algorithm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Handling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service availability when a backend server goes down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Networking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Docker Compose to create isolated networks with DNS-based service discovery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228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platform for packaging and running applications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05156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234440"/>
            <a:ext cx="228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6002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1920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for defining and running multi-container applications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063240"/>
            <a:ext cx="228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web server and reverse proxy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288036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3063240"/>
            <a:ext cx="228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4290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Linux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7490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base image for lightweight containers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0" y="10515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0" y="1600200"/>
            <a:ext cx="9144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3200400" y="20116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Load Balancer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65960" y="2971800"/>
            <a:ext cx="5212080" cy="1005840"/>
          </a:xfrm>
          <a:prstGeom prst="rect">
            <a:avLst/>
          </a:prstGeom>
          <a:ln w="12700">
            <a:solidFill>
              <a:srgbClr val="64748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965960" y="40050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Network: lb-network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H="1">
            <a:off x="2926080" y="2743200"/>
            <a:ext cx="164592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743200"/>
            <a:ext cx="9144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2743200"/>
            <a:ext cx="164592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240280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960120"/>
            <a:ext cx="73152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/>
        </p:spPr>
        <p:txBody>
          <a:bodyPr wrap="square" lIns="127000" tIns="177800" rIns="1778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web1: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nginx:alpine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 [./web1:/usr/share/nginx/html:ro]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[lb-network]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nginx: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nginx:alpine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["8080:80"]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[web1, web2, web3]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[lb-network]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lb-network: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 are isolated — only accessible through the proxy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 Configuration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Block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  <p:txBody>
          <a:bodyPr wrap="square" lIns="127000" tIns="177800" rIns="1778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 backend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 web1:80 max_fails=3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fail_timeout=10s;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 web2:80 ...;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 web3:80 ...;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Block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  <p:txBody>
          <a:bodyPr wrap="square" lIns="127000" tIns="177800" rIns="1778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/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proxy_pass http://backend;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proxy_next_upstream error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timeout http_502;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add_header X-Upstream-Server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$upstream_addr;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proxy_next_upstream enables automatic failover to healthy backends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Test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97764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 wrap="square" lIns="127000" tIns="177800" rIns="1778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localhost:8080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Server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localhost:8080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Server 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localhost:8080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Server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09160" y="914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09160" y="1325880"/>
            <a:ext cx="397764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 wrap="square" lIns="127000" tIns="177800" rIns="1778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stop web2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localhost:8080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Server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localhost:8080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Server 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(Server 2 is skipped)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097280"/>
            <a:ext cx="815644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Load Balancing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distributed sequentially across all available backend servers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2240280"/>
            <a:ext cx="815644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 &amp; DNS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on the same network resolve each other by service name automatically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3383280"/>
            <a:ext cx="815644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&amp; High Availability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backends are detected and excluded from the rotation until recovery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28016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 multi-container application with Docker Compose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Nginx as a reverse proxy with round-robin load balancing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automatic failover when a backend server fails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Docker bridge networking with DNS-based service discovery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Innopolis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 Balancing and Reverse Proxying with Nginx and Docker</dc:title>
  <dc:subject/>
  <dc:creator>Timur Daminov</dc:creator>
  <cp:lastModifiedBy>Timur Daminov</cp:lastModifiedBy>
  <cp:revision>1</cp:revision>
  <dcterms:created xsi:type="dcterms:W3CDTF">2026-04-12T12:20:08Z</dcterms:created>
  <dcterms:modified xsi:type="dcterms:W3CDTF">2026-04-12T12:20:08Z</dcterms:modified>
</cp:coreProperties>
</file>